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63375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6337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CNNs WORK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Hands-On Walkthrough of Convolutional Neural Networks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code, a real dataset, and real input/output at every step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scikit-learn “digits” (8×8 grayscale handwritten digits)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61288" cy="320040"/>
          </a:xfrm>
          <a:prstGeom prst="roundRect">
            <a:avLst>
              <a:gd name="adj" fmla="val 51429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grayscale digit images from scikit-learn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2011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filters/kernels extract features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non-linearity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 feature maps, keeping key signals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 Dense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4937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maps into a decision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4663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4937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scores into probabilities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64208" cy="320040"/>
          </a:xfrm>
          <a:prstGeom prst="roundRect">
            <a:avLst>
              <a:gd name="adj" fmla="val 51429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simple, real dataset: digits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09728" cy="109728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190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1,797 grayscale images of handwritten digits (0–9)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41448"/>
            <a:ext cx="109728" cy="109728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is only 8×8 pixels — small enough to inspect by hand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08376"/>
            <a:ext cx="109728" cy="109728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529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range 0–16 (light → dark ink intensity)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75304"/>
            <a:ext cx="109728" cy="109728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41985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classes — one per digit — a classic starter dataset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5577840" cy="1737360"/>
          </a:xfrm>
          <a:prstGeom prst="roundRect">
            <a:avLst>
              <a:gd name="adj" fmla="val 4211"/>
            </a:avLst>
          </a:prstGeom>
          <a:solidFill>
            <a:srgbClr val="1217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4805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sklearn.datasets import load_digits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digits = load_digits()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digits.images   # shape (1797, 8, 8)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digits.target   # labels 0-9</a:t>
            </a:r>
            <a:endParaRPr lang="en-US" sz="1250" dirty="0"/>
          </a:p>
        </p:txBody>
      </p:sp>
      <p:pic>
        <p:nvPicPr>
          <p:cNvPr id="15" name="Image 0" descr="assets/dataset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00200"/>
            <a:ext cx="5349240" cy="2286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355080" y="3886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images — one per digit class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61872" cy="320040"/>
          </a:xfrm>
          <a:prstGeom prst="roundRect">
            <a:avLst>
              <a:gd name="adj" fmla="val 51429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CNN pipeline, end to 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874520" y="2377440"/>
            <a:ext cx="2209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95500" y="237744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2095500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Filters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12820" y="2377440"/>
            <a:ext cx="2209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33800" y="237744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3733800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51120" y="2377440"/>
            <a:ext cx="2209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372100" y="237744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372100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89420" y="2377440"/>
            <a:ext cx="2209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010400" y="237744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7010400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27720" y="2377440"/>
            <a:ext cx="2209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648700" y="237744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8648700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66020" y="2377440"/>
            <a:ext cx="2209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287000" y="2377440"/>
            <a:ext cx="14173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7000" y="237744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transforms the image into a more compact, more meaningful representation — raw pixels become edges, edges become shapes, shapes become a class prediction.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features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440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look at small neighborhoods, not the whole image at once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50292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weights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80560" y="5440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filter slides across the whole image — fewer parameters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50292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5440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layers combine earlier features into higher-level concepts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66544" cy="320040"/>
          </a:xfrm>
          <a:prstGeom prst="roundRect">
            <a:avLst>
              <a:gd name="adj" fmla="val 51429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CONVOLUTION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a filter across the image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kernel (small grid of numbers) slides over the image. At each position it multiplies overlapping values and sums them — producing one pixel of the output feature map.</a:t>
            </a:r>
            <a:endParaRPr lang="en-US" sz="1400" dirty="0"/>
          </a:p>
        </p:txBody>
      </p:sp>
      <p:pic>
        <p:nvPicPr>
          <p:cNvPr id="6" name="Image 0" descr="assets/conv_si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920240"/>
            <a:ext cx="7955280" cy="2788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89204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12172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502920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kh, kw = kernel.shape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oh, ow = (image.shape[0]-kh)+1, (image.shape[1]-kw)+1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range(oh):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range(ow):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out[i, j] = np.sum(image[i:i+kh, j:j+kw] * kernel)  # multiply + sum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66544" cy="320040"/>
          </a:xfrm>
          <a:prstGeom prst="roundRect">
            <a:avLst>
              <a:gd name="adj" fmla="val 51429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CONVOLUTION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filters find different features</a:t>
            </a:r>
            <a:endParaRPr lang="en-US" sz="2800" dirty="0"/>
          </a:p>
        </p:txBody>
      </p:sp>
      <p:pic>
        <p:nvPicPr>
          <p:cNvPr id="5" name="Image 0" descr="assets/conv_multi_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00200"/>
            <a:ext cx="1014984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074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Vertical-edge filter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54406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[1,0,-1] rows — lights up where intensity changes left-to-right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309360" y="5074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Horizontal-edge filter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09360" y="54406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[1,1,1 / -1,-1,-1] — lights up where intensity changes top-to-bottom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CNN, a conv layer applies dozens of such filters at once — and learns their values during training, instead of hand-designing them.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965960" cy="320040"/>
          </a:xfrm>
          <a:prstGeom prst="roundRect">
            <a:avLst>
              <a:gd name="adj" fmla="val 51429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ACTIVATION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ReLU: adding non-linearity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(Rectified Linear Unit) simply replaces every negative value with zero, keeping positive values unchanged: f(x) = max(0, x). This lets the network model complex, non-linear patterns.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6583680" cy="685800"/>
          </a:xfrm>
          <a:prstGeom prst="roundRect">
            <a:avLst>
              <a:gd name="adj" fmla="val 10667"/>
            </a:avLst>
          </a:prstGeom>
          <a:solidFill>
            <a:srgbClr val="121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8803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relu_out = np.maximum(feature_map, 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91440" cy="91440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363931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stacking conv layers would collapse into one linear operation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480560"/>
            <a:ext cx="91440" cy="91440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432511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compute — just a threshold at zero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166360"/>
            <a:ext cx="91440" cy="91440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501091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responses (“not this pattern”) are dropped; positive ones (“this pattern is present”) pass through</a:t>
            </a:r>
            <a:endParaRPr lang="en-US" sz="1300" dirty="0"/>
          </a:p>
        </p:txBody>
      </p:sp>
      <p:pic>
        <p:nvPicPr>
          <p:cNvPr id="14" name="Image 0" descr="assets/relu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554480"/>
            <a:ext cx="4434840" cy="3931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64208" cy="320040"/>
          </a:xfrm>
          <a:prstGeom prst="roundRect">
            <a:avLst>
              <a:gd name="adj" fmla="val 51429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POOLING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pooling: shrinking, not losing signal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2×2 max-pool slides over the feature map and keeps only the largest value in each window — halving both dimensions while preserving the strongest activations.</a:t>
            </a:r>
            <a:endParaRPr lang="en-US" sz="1400" dirty="0"/>
          </a:p>
        </p:txBody>
      </p:sp>
      <p:pic>
        <p:nvPicPr>
          <p:cNvPr id="6" name="Image 0" descr="assets/pool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920240"/>
            <a:ext cx="6675120" cy="2606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89204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12172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502920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oh, ow = feat.shape[0]//2, feat.shape[1]//2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range(oh):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range(ow):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out[i, j] = np.max(feat[i*2:i*2+2, j*2:j*2+2])  # largest value in each 2x2 window wins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68880" cy="320040"/>
          </a:xfrm>
          <a:prstGeom prst="roundRect">
            <a:avLst>
              <a:gd name="adj" fmla="val 51429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FLATTEN + DENSE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grid of numbers to a decision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reshapes the pooled 2D feature map into a single 1D vector. A Dense (fully connected) layer then combines every value in that vector, weighted, into a raw score for each of the 10 digit classes.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pooled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flatten() 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9718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971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[v1 v2 ... v9]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(len 9)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4652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Dense 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606040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6060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output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(logits)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92124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 per digit class 0–9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217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846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= pooled.flatten()              # shape (9,)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= W @ flat + b                # shape (10,)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563624" cy="320040"/>
          </a:xfrm>
          <a:prstGeom prst="roundRect">
            <a:avLst>
              <a:gd name="adj" fmla="val 51429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Softmax: scores become probabilities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exponentiates each score and normalizes so all 10 values sum to 1 — giving a clean probability distribution over the digit classes.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5852160" cy="1051560"/>
          </a:xfrm>
          <a:prstGeom prst="roundRect">
            <a:avLst>
              <a:gd name="adj" fmla="val 6957"/>
            </a:avLst>
          </a:prstGeom>
          <a:solidFill>
            <a:srgbClr val="121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651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 = np.exp(logits - logits.max())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probs = exp / exp.sum()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= np.argmax(probs)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58521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977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C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digit: 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label: 3  —  correct prediction on this sample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983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(Weights above are illustrative, not trained — a real CNN learns W and b from thousands of examples.)</a:t>
            </a:r>
            <a:endParaRPr lang="en-US" sz="1050" dirty="0"/>
          </a:p>
        </p:txBody>
      </p:sp>
      <p:pic>
        <p:nvPicPr>
          <p:cNvPr id="12" name="Image 0" descr="assets/softmax_out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463040"/>
            <a:ext cx="5166360" cy="32461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68296" cy="320040"/>
          </a:xfrm>
          <a:prstGeom prst="roundRect">
            <a:avLst>
              <a:gd name="adj" fmla="val 51429"/>
            </a:avLst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forward pass, in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47120" cy="2651760"/>
          </a:xfrm>
          <a:prstGeom prst="roundRect">
            <a:avLst>
              <a:gd name="adj" fmla="val 2759"/>
            </a:avLst>
          </a:prstGeom>
          <a:solidFill>
            <a:srgbClr val="121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= X[idx] / 16.0                        # normalize pixel values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feature_map = conv2d(image, kernel)          # 1. Convolution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activated   = np.maximum(feature_map, 0)     # 2. ReLU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pooled      = max_pool2d(activated)          # 3. Max pooling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       = pooled.flatten()               # 4. Flatten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     = W @ flat + b                   # 5. Dense layer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probs       = softmax(logits)                # 6. Softmax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 = np.argmax(probs)               # -&gt; predicted digit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a framework like Keras or PyTorch does under the hood — just with many more filters, several stacked conv/pool blocks, and weights learned via backpropagation instead of random numbers.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6337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CNN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73152" cy="777240"/>
          </a:xfrm>
          <a:prstGeom prst="roundRect">
            <a:avLst/>
          </a:prstGeom>
          <a:solidFill>
            <a:srgbClr val="F9C74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21031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filters slide across the image to detect local patterns like edges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73152" cy="777240"/>
          </a:xfrm>
          <a:prstGeom prst="roundRect">
            <a:avLst/>
          </a:prstGeom>
          <a:solidFill>
            <a:srgbClr val="F9C74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063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30632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non-linearity so the network can learn complex patterns, not just straight lines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023360"/>
            <a:ext cx="73152" cy="777240"/>
          </a:xfrm>
          <a:prstGeom prst="roundRect">
            <a:avLst/>
          </a:prstGeom>
          <a:solidFill>
            <a:srgbClr val="F9C74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40233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feature maps while keeping the strongest signals, reducing computation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983480"/>
            <a:ext cx="73152" cy="777240"/>
          </a:xfrm>
          <a:prstGeom prst="roundRect">
            <a:avLst/>
          </a:prstGeom>
          <a:solidFill>
            <a:srgbClr val="F9C74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983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 Dense + Softmax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49834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spatial features into class probabilities for a final prediction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bigger scale: real CNNs (ResNet, VGG, etc.) repeat this conv → ReLU → pool pattern many times over larger, color images.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2026-09-20T08:32:24Z</dcterms:created>
  <dcterms:modified xsi:type="dcterms:W3CDTF">2026-09-20T08:32:24Z</dcterms:modified>
</cp:coreProperties>
</file>