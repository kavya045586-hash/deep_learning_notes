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RNN, LSTM &amp; GRU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with a simple time-series dataset and working code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17320" y="4690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4663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37560" y="4690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4663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7800" y="469087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numeric time series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given the last 10 readings from a sensor, predict the next one. The signal is a noisy sine wave — one number per time step, so the model only has to learn temporal order, not complex features.</a:t>
            </a:r>
            <a:endParaRPr lang="en-US" sz="1400" dirty="0"/>
          </a:p>
        </p:txBody>
      </p:sp>
      <p:pic>
        <p:nvPicPr>
          <p:cNvPr id="5" name="Image 0" descr="/home/claude/rnn_ppt/data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8778240" cy="40965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7552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30906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875520" y="37033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692640" y="4325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timesteps / window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49377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9692640" y="55595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predicted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regular neural network?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F2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Feed-forward network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01752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301752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23360" y="3017520"/>
            <a:ext cx="1188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D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336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14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is treated independently — no sense of what came before.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network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75120" y="3017520"/>
            <a:ext cx="1188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8120" y="3246120"/>
            <a:ext cx="320040" cy="2286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3017520"/>
            <a:ext cx="1188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72600" y="3246120"/>
            <a:ext cx="320040" cy="22860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9784080" y="3017520"/>
            <a:ext cx="1188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84080" y="32004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1148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hidden state carries information forward, step by step — the network remembers.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Neural Network (RNN)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the hidden state h(t) combines the new input with the previous hidden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27432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56232" y="4069080"/>
            <a:ext cx="219456" cy="365760"/>
          </a:xfrm>
          <a:prstGeom prst="upArrow">
            <a:avLst/>
          </a:prstGeom>
          <a:solidFill>
            <a:srgbClr val="5B6E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136392"/>
            <a:ext cx="1051560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27432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87952" y="4069080"/>
            <a:ext cx="219456" cy="365760"/>
          </a:xfrm>
          <a:prstGeom prst="upArrow">
            <a:avLst/>
          </a:prstGeom>
          <a:solidFill>
            <a:srgbClr val="5B6E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136392"/>
            <a:ext cx="1051560" cy="219456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27432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26480" y="30632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19672" y="4069080"/>
            <a:ext cx="219456" cy="365760"/>
          </a:xfrm>
          <a:prstGeom prst="upArrow">
            <a:avLst/>
          </a:prstGeom>
          <a:solidFill>
            <a:srgbClr val="5B6E6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passed forward 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2377440"/>
            <a:ext cx="3383280" cy="2468880"/>
          </a:xfrm>
          <a:prstGeom prst="roundRect">
            <a:avLst>
              <a:gd name="adj" fmla="val 2963"/>
            </a:avLst>
          </a:prstGeom>
          <a:solidFill>
            <a:srgbClr val="F2F7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0392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29718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long sequences, gradients shrink (or blow up) while training — the network struggles to remember anything far in the past.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Short-Term Memory (LSTM)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adds a separate cell state and three gates that decide what to forget, add, and output.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Forget gate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old information to drop from the cell state.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69080" y="214884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F2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24688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4340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65760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new information to add to the cell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2148840"/>
            <a:ext cx="3291840" cy="3566160"/>
          </a:xfrm>
          <a:prstGeom prst="roundRect">
            <a:avLst>
              <a:gd name="adj" fmla="val 2778"/>
            </a:avLst>
          </a:prstGeom>
          <a:solidFill>
            <a:srgbClr val="F2F7F6"/>
          </a:solidFill>
          <a:ln/>
        </p:spPr>
      </p:sp>
      <p:sp>
        <p:nvSpPr>
          <p:cNvPr id="14" name="Shape 12"/>
          <p:cNvSpPr/>
          <p:nvPr/>
        </p:nvSpPr>
        <p:spPr>
          <a:xfrm>
            <a:off x="7863840" y="24688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gate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657600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part of the cell state becomes the hidden output.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 Recurrent Unit (GRU)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simplifies LSTM: no separate cell state, just two gates — fewer parameters, faster to train.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2F7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603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337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gate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of the past hidden state to keep vs. replace with new content.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19456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2F7F6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25603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33375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 gate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3931920"/>
            <a:ext cx="4343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much past information to ignore when computing the new candidate state.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vs. LSTM vs. GRU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743200" cy="658368"/>
          </a:xfrm>
          <a:prstGeom prst="rect">
            <a:avLst/>
          </a:prstGeom>
          <a:solidFill>
            <a:srgbClr val="028090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874520"/>
            <a:ext cx="2651760" cy="658368"/>
          </a:xfrm>
          <a:prstGeom prst="rect">
            <a:avLst/>
          </a:prstGeom>
          <a:solidFill>
            <a:srgbClr val="028090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8745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874520"/>
            <a:ext cx="2743200" cy="658368"/>
          </a:xfrm>
          <a:prstGeom prst="rect">
            <a:avLst/>
          </a:prstGeom>
          <a:solidFill>
            <a:srgbClr val="028090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187452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0" y="1874520"/>
            <a:ext cx="2651760" cy="658368"/>
          </a:xfrm>
          <a:prstGeom prst="rect">
            <a:avLst/>
          </a:prstGeom>
          <a:solidFill>
            <a:srgbClr val="028090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15400" y="18745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532888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5328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memory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253288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only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532888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25328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+ cell state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778240" y="2532888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only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191256"/>
            <a:ext cx="274320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19125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191256"/>
            <a:ext cx="265176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319125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35040" y="3191256"/>
            <a:ext cx="274320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3191256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Forget, input, output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778240" y="3191256"/>
            <a:ext cx="265176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15400" y="319125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reset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849624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38496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memory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383280" y="384962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520440" y="384962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35040" y="3849624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72200" y="3849624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778240" y="3849624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15400" y="384962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507992"/>
            <a:ext cx="274320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5079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383280" y="4507992"/>
            <a:ext cx="265176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20440" y="4507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35040" y="4507992"/>
            <a:ext cx="274320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72200" y="4507992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778240" y="4507992"/>
            <a:ext cx="2651760" cy="658368"/>
          </a:xfrm>
          <a:prstGeom prst="rect">
            <a:avLst/>
          </a:prstGeom>
          <a:solidFill>
            <a:srgbClr val="F2F7F6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915400" y="450799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LSTM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5166360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7240" y="51663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speed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383280" y="5166360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520440" y="51663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035040" y="5166360"/>
            <a:ext cx="27432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72200" y="51663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778240" y="5166360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7E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915400" y="51663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LSTM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architecture, one layer swapped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treats RNN, LSTM and GRU as interchangeable layers — swap the class name and the rest of the pipeline stays identical.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4160520"/>
          </a:xfrm>
          <a:prstGeom prst="roundRect">
            <a:avLst>
              <a:gd name="adj" fmla="val 1758"/>
            </a:avLst>
          </a:prstGeom>
          <a:solidFill>
            <a:srgbClr val="0328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104241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tensorflow.keras.models import Sequential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tensorflow.keras.layers import LSTM, Dense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X_train shape: (samples, 10 timesteps, 1 feature)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LSTM(32, input_shape=(10, 1)),   # &lt;- swap for SimpleRNN or GRU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Dense(1)                         # predicts the next value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model.compile(optimizer='adam', loss='mse')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F2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y_train, epochs=20, batch_size=16)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tracks the signal far more closely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were trained on the same windows. The plain RNN prediction is noticeably noisier — a sign of the vanishing-gradient problem in action.</a:t>
            </a:r>
            <a:endParaRPr lang="en-US" sz="1400" dirty="0"/>
          </a:p>
        </p:txBody>
      </p:sp>
      <p:pic>
        <p:nvPicPr>
          <p:cNvPr id="5" name="Image 0" descr="/home/claude/rnn_ppt/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86000"/>
            <a:ext cx="94183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801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right memory for your sequence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423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423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 — fine for short sequences, struggles with long-range dependencies.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35204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520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powerful memory (3 gates + cell state) — best when long-range patterns matter most.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63040" y="46177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4617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6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lighter LSTM (2 gates, no cell state) — nearly as strong, quicker to train.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2026-09-20T08:16:43Z</dcterms:created>
  <dcterms:modified xsi:type="dcterms:W3CDTF">2026-09-20T08:16:43Z</dcterms:modified>
</cp:coreProperties>
</file>